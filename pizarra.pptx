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22/05/2025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22/05/2025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22/05/2025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22/05/2025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22/05/2025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22/05/2025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22/05/2025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22/05/2025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22/05/2025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22/05/2025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22/05/2025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47CFC-816F-41D0-AAC0-9BF4FEBC753E}" type="datetimeFigureOut">
              <a:rPr lang="es-ES" smtClean="0"/>
              <a:pPr/>
              <a:t>22/05/2025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2123728" y="548680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 smtClean="0"/>
              <a:t>NEST JS</a:t>
            </a:r>
            <a:endParaRPr lang="es-ES" sz="2400" dirty="0"/>
          </a:p>
        </p:txBody>
      </p:sp>
      <p:sp>
        <p:nvSpPr>
          <p:cNvPr id="3" name="2 CuadroTexto"/>
          <p:cNvSpPr txBox="1"/>
          <p:nvPr/>
        </p:nvSpPr>
        <p:spPr>
          <a:xfrm>
            <a:off x="467544" y="1772816"/>
            <a:ext cx="7416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u="sng" dirty="0" smtClean="0"/>
              <a:t>Instalación</a:t>
            </a:r>
            <a:r>
              <a:rPr lang="es-ES" dirty="0" smtClean="0"/>
              <a:t>: </a:t>
            </a:r>
            <a:r>
              <a:rPr lang="es-ES" b="1" dirty="0" err="1" smtClean="0"/>
              <a:t>npm</a:t>
            </a:r>
            <a:r>
              <a:rPr lang="es-ES" b="1" dirty="0" smtClean="0"/>
              <a:t> </a:t>
            </a:r>
            <a:r>
              <a:rPr lang="es-ES" b="1" dirty="0" err="1" smtClean="0"/>
              <a:t>install</a:t>
            </a:r>
            <a:r>
              <a:rPr lang="es-ES" b="1" dirty="0" smtClean="0"/>
              <a:t> -g @</a:t>
            </a:r>
            <a:r>
              <a:rPr lang="es-ES" b="1" dirty="0" err="1" smtClean="0"/>
              <a:t>nestjs</a:t>
            </a:r>
            <a:r>
              <a:rPr lang="es-ES" b="1" dirty="0" smtClean="0"/>
              <a:t>/</a:t>
            </a:r>
            <a:r>
              <a:rPr lang="es-ES" b="1" dirty="0" err="1" smtClean="0"/>
              <a:t>cli</a:t>
            </a:r>
            <a:r>
              <a:rPr lang="es-ES" b="1" dirty="0" smtClean="0"/>
              <a:t> </a:t>
            </a:r>
            <a:endParaRPr lang="es-ES" b="1" dirty="0"/>
          </a:p>
        </p:txBody>
      </p:sp>
      <p:sp>
        <p:nvSpPr>
          <p:cNvPr id="4" name="3 CuadroTexto"/>
          <p:cNvSpPr txBox="1"/>
          <p:nvPr/>
        </p:nvSpPr>
        <p:spPr>
          <a:xfrm>
            <a:off x="467544" y="2780928"/>
            <a:ext cx="4968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u="sng" dirty="0" smtClean="0"/>
              <a:t>Visual Studio</a:t>
            </a:r>
            <a:r>
              <a:rPr lang="es-ES" dirty="0" smtClean="0"/>
              <a:t>: </a:t>
            </a:r>
            <a:r>
              <a:rPr lang="es-ES" b="1" dirty="0" err="1" smtClean="0"/>
              <a:t>NestJS</a:t>
            </a:r>
            <a:r>
              <a:rPr lang="es-ES" b="1" dirty="0" smtClean="0"/>
              <a:t> </a:t>
            </a:r>
            <a:r>
              <a:rPr lang="es-ES" b="1" dirty="0" err="1" smtClean="0"/>
              <a:t>File</a:t>
            </a:r>
            <a:r>
              <a:rPr lang="es-ES" b="1" dirty="0" smtClean="0"/>
              <a:t> </a:t>
            </a:r>
            <a:r>
              <a:rPr lang="es-ES" b="1" dirty="0" err="1" smtClean="0"/>
              <a:t>Generator</a:t>
            </a:r>
            <a:endParaRPr lang="es-E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763688" y="692696"/>
            <a:ext cx="4464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Servicio REST</a:t>
            </a:r>
            <a:endParaRPr lang="es-ES" dirty="0"/>
          </a:p>
        </p:txBody>
      </p:sp>
      <p:sp>
        <p:nvSpPr>
          <p:cNvPr id="3" name="2 Rectángulo"/>
          <p:cNvSpPr/>
          <p:nvPr/>
        </p:nvSpPr>
        <p:spPr>
          <a:xfrm>
            <a:off x="2411760" y="2636912"/>
            <a:ext cx="4968552" cy="172819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5" name="4 Conector recto"/>
          <p:cNvCxnSpPr>
            <a:stCxn id="3" idx="0"/>
            <a:endCxn id="3" idx="2"/>
          </p:cNvCxnSpPr>
          <p:nvPr/>
        </p:nvCxnSpPr>
        <p:spPr>
          <a:xfrm>
            <a:off x="4896036" y="2636912"/>
            <a:ext cx="0" cy="17281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5 CuadroTexto"/>
          <p:cNvSpPr txBox="1"/>
          <p:nvPr/>
        </p:nvSpPr>
        <p:spPr>
          <a:xfrm>
            <a:off x="2555776" y="2204864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 smtClean="0"/>
              <a:t>controller</a:t>
            </a:r>
            <a:endParaRPr lang="es-ES" dirty="0"/>
          </a:p>
        </p:txBody>
      </p:sp>
      <p:sp>
        <p:nvSpPr>
          <p:cNvPr id="7" name="6 CuadroTexto"/>
          <p:cNvSpPr txBox="1"/>
          <p:nvPr/>
        </p:nvSpPr>
        <p:spPr>
          <a:xfrm>
            <a:off x="5364088" y="2204864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 smtClean="0"/>
              <a:t>service</a:t>
            </a:r>
            <a:endParaRPr lang="es-ES" dirty="0"/>
          </a:p>
        </p:txBody>
      </p:sp>
      <p:sp>
        <p:nvSpPr>
          <p:cNvPr id="8" name="7 Elipse"/>
          <p:cNvSpPr/>
          <p:nvPr/>
        </p:nvSpPr>
        <p:spPr>
          <a:xfrm>
            <a:off x="4499992" y="4725144"/>
            <a:ext cx="864096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8 CuadroTexto"/>
          <p:cNvSpPr txBox="1"/>
          <p:nvPr/>
        </p:nvSpPr>
        <p:spPr>
          <a:xfrm>
            <a:off x="4572000" y="4725144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 smtClean="0"/>
              <a:t>model</a:t>
            </a:r>
            <a:endParaRPr lang="es-ES" dirty="0"/>
          </a:p>
        </p:txBody>
      </p:sp>
      <p:sp>
        <p:nvSpPr>
          <p:cNvPr id="10" name="9 Elipse"/>
          <p:cNvSpPr/>
          <p:nvPr/>
        </p:nvSpPr>
        <p:spPr>
          <a:xfrm>
            <a:off x="2771800" y="3140968"/>
            <a:ext cx="1656184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10 CuadroTexto"/>
          <p:cNvSpPr txBox="1"/>
          <p:nvPr/>
        </p:nvSpPr>
        <p:spPr>
          <a:xfrm>
            <a:off x="2987824" y="3140968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 smtClean="0"/>
              <a:t>controller</a:t>
            </a:r>
            <a:endParaRPr lang="es-ES" dirty="0"/>
          </a:p>
        </p:txBody>
      </p:sp>
      <p:sp>
        <p:nvSpPr>
          <p:cNvPr id="12" name="11 Elipse"/>
          <p:cNvSpPr/>
          <p:nvPr/>
        </p:nvSpPr>
        <p:spPr>
          <a:xfrm>
            <a:off x="5220072" y="2852936"/>
            <a:ext cx="1656184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12 CuadroTexto"/>
          <p:cNvSpPr txBox="1"/>
          <p:nvPr/>
        </p:nvSpPr>
        <p:spPr>
          <a:xfrm>
            <a:off x="5436096" y="2852936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 smtClean="0"/>
              <a:t>service</a:t>
            </a:r>
            <a:endParaRPr lang="es-ES" dirty="0"/>
          </a:p>
        </p:txBody>
      </p:sp>
      <p:sp>
        <p:nvSpPr>
          <p:cNvPr id="14" name="13 Elipse"/>
          <p:cNvSpPr/>
          <p:nvPr/>
        </p:nvSpPr>
        <p:spPr>
          <a:xfrm>
            <a:off x="5220072" y="3429000"/>
            <a:ext cx="1656184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14 CuadroTexto"/>
          <p:cNvSpPr txBox="1"/>
          <p:nvPr/>
        </p:nvSpPr>
        <p:spPr>
          <a:xfrm>
            <a:off x="5436096" y="3429000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 smtClean="0"/>
              <a:t>service</a:t>
            </a:r>
            <a:endParaRPr lang="es-ES" dirty="0"/>
          </a:p>
        </p:txBody>
      </p:sp>
      <p:sp>
        <p:nvSpPr>
          <p:cNvPr id="16" name="15 Cilindro"/>
          <p:cNvSpPr/>
          <p:nvPr/>
        </p:nvSpPr>
        <p:spPr>
          <a:xfrm>
            <a:off x="8172400" y="2996952"/>
            <a:ext cx="792088" cy="864096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16 Rectángulo"/>
          <p:cNvSpPr/>
          <p:nvPr/>
        </p:nvSpPr>
        <p:spPr>
          <a:xfrm>
            <a:off x="0" y="2924944"/>
            <a:ext cx="971600" cy="792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17 CuadroTexto"/>
          <p:cNvSpPr txBox="1"/>
          <p:nvPr/>
        </p:nvSpPr>
        <p:spPr>
          <a:xfrm>
            <a:off x="179512" y="2492896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Front</a:t>
            </a:r>
            <a:endParaRPr lang="es-ES" dirty="0"/>
          </a:p>
        </p:txBody>
      </p:sp>
      <p:sp>
        <p:nvSpPr>
          <p:cNvPr id="19" name="18 Forma libre"/>
          <p:cNvSpPr/>
          <p:nvPr/>
        </p:nvSpPr>
        <p:spPr>
          <a:xfrm>
            <a:off x="1000664" y="2917167"/>
            <a:ext cx="1397479" cy="317739"/>
          </a:xfrm>
          <a:custGeom>
            <a:avLst/>
            <a:gdLst>
              <a:gd name="connsiteX0" fmla="*/ 0 w 1397479"/>
              <a:gd name="connsiteY0" fmla="*/ 317739 h 317739"/>
              <a:gd name="connsiteX1" fmla="*/ 569344 w 1397479"/>
              <a:gd name="connsiteY1" fmla="*/ 24441 h 317739"/>
              <a:gd name="connsiteX2" fmla="*/ 1397479 w 1397479"/>
              <a:gd name="connsiteY2" fmla="*/ 171090 h 31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97479" h="317739">
                <a:moveTo>
                  <a:pt x="0" y="317739"/>
                </a:moveTo>
                <a:cubicBezTo>
                  <a:pt x="168215" y="183311"/>
                  <a:pt x="336431" y="48883"/>
                  <a:pt x="569344" y="24441"/>
                </a:cubicBezTo>
                <a:cubicBezTo>
                  <a:pt x="802257" y="0"/>
                  <a:pt x="1099868" y="85545"/>
                  <a:pt x="1397479" y="17109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19 Forma libre"/>
          <p:cNvSpPr/>
          <p:nvPr/>
        </p:nvSpPr>
        <p:spPr>
          <a:xfrm>
            <a:off x="983411" y="3528204"/>
            <a:ext cx="1449238" cy="234351"/>
          </a:xfrm>
          <a:custGeom>
            <a:avLst/>
            <a:gdLst>
              <a:gd name="connsiteX0" fmla="*/ 1449238 w 1449238"/>
              <a:gd name="connsiteY0" fmla="*/ 8626 h 234351"/>
              <a:gd name="connsiteX1" fmla="*/ 724619 w 1449238"/>
              <a:gd name="connsiteY1" fmla="*/ 232913 h 234351"/>
              <a:gd name="connsiteX2" fmla="*/ 0 w 1449238"/>
              <a:gd name="connsiteY2" fmla="*/ 0 h 234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49238" h="234351">
                <a:moveTo>
                  <a:pt x="1449238" y="8626"/>
                </a:moveTo>
                <a:cubicBezTo>
                  <a:pt x="1207698" y="121488"/>
                  <a:pt x="966159" y="234351"/>
                  <a:pt x="724619" y="232913"/>
                </a:cubicBezTo>
                <a:cubicBezTo>
                  <a:pt x="483079" y="231475"/>
                  <a:pt x="241539" y="115737"/>
                  <a:pt x="0" y="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20 CuadroTexto"/>
          <p:cNvSpPr txBox="1"/>
          <p:nvPr/>
        </p:nvSpPr>
        <p:spPr>
          <a:xfrm>
            <a:off x="1259632" y="3212976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http</a:t>
            </a:r>
            <a:endParaRPr lang="es-ES" dirty="0"/>
          </a:p>
        </p:txBody>
      </p:sp>
      <p:cxnSp>
        <p:nvCxnSpPr>
          <p:cNvPr id="23" name="22 Conector recto de flecha"/>
          <p:cNvCxnSpPr/>
          <p:nvPr/>
        </p:nvCxnSpPr>
        <p:spPr>
          <a:xfrm>
            <a:off x="7020272" y="3356992"/>
            <a:ext cx="10801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691680" y="548680"/>
            <a:ext cx="46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Códigos de estado HTTP</a:t>
            </a:r>
            <a:endParaRPr lang="es-ES" dirty="0"/>
          </a:p>
        </p:txBody>
      </p:sp>
      <p:sp>
        <p:nvSpPr>
          <p:cNvPr id="3" name="2 Elipse"/>
          <p:cNvSpPr/>
          <p:nvPr/>
        </p:nvSpPr>
        <p:spPr>
          <a:xfrm>
            <a:off x="4427984" y="2492896"/>
            <a:ext cx="2880320" cy="12961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3 CuadroTexto"/>
          <p:cNvSpPr txBox="1"/>
          <p:nvPr/>
        </p:nvSpPr>
        <p:spPr>
          <a:xfrm>
            <a:off x="5076056" y="2852936"/>
            <a:ext cx="208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 err="1" smtClean="0"/>
              <a:t>backend</a:t>
            </a:r>
            <a:endParaRPr lang="es-ES" sz="2800" dirty="0"/>
          </a:p>
        </p:txBody>
      </p:sp>
      <p:sp>
        <p:nvSpPr>
          <p:cNvPr id="5" name="4 Forma libre"/>
          <p:cNvSpPr/>
          <p:nvPr/>
        </p:nvSpPr>
        <p:spPr>
          <a:xfrm>
            <a:off x="931653" y="2175294"/>
            <a:ext cx="3493698" cy="774940"/>
          </a:xfrm>
          <a:custGeom>
            <a:avLst/>
            <a:gdLst>
              <a:gd name="connsiteX0" fmla="*/ 0 w 3493698"/>
              <a:gd name="connsiteY0" fmla="*/ 680049 h 774940"/>
              <a:gd name="connsiteX1" fmla="*/ 1535502 w 3493698"/>
              <a:gd name="connsiteY1" fmla="*/ 15815 h 774940"/>
              <a:gd name="connsiteX2" fmla="*/ 3493698 w 3493698"/>
              <a:gd name="connsiteY2" fmla="*/ 774940 h 774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93698" h="774940">
                <a:moveTo>
                  <a:pt x="0" y="680049"/>
                </a:moveTo>
                <a:cubicBezTo>
                  <a:pt x="476609" y="340024"/>
                  <a:pt x="953219" y="0"/>
                  <a:pt x="1535502" y="15815"/>
                </a:cubicBezTo>
                <a:cubicBezTo>
                  <a:pt x="2117785" y="31630"/>
                  <a:pt x="2805741" y="403285"/>
                  <a:pt x="3493698" y="77494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5 Forma libre"/>
          <p:cNvSpPr/>
          <p:nvPr/>
        </p:nvSpPr>
        <p:spPr>
          <a:xfrm>
            <a:off x="1078302" y="3519577"/>
            <a:ext cx="3502324" cy="737559"/>
          </a:xfrm>
          <a:custGeom>
            <a:avLst/>
            <a:gdLst>
              <a:gd name="connsiteX0" fmla="*/ 3502324 w 3502324"/>
              <a:gd name="connsiteY0" fmla="*/ 0 h 737559"/>
              <a:gd name="connsiteX1" fmla="*/ 1768415 w 3502324"/>
              <a:gd name="connsiteY1" fmla="*/ 698740 h 737559"/>
              <a:gd name="connsiteX2" fmla="*/ 0 w 3502324"/>
              <a:gd name="connsiteY2" fmla="*/ 232914 h 737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02324" h="737559">
                <a:moveTo>
                  <a:pt x="3502324" y="0"/>
                </a:moveTo>
                <a:cubicBezTo>
                  <a:pt x="2927230" y="329960"/>
                  <a:pt x="2352136" y="659921"/>
                  <a:pt x="1768415" y="698740"/>
                </a:cubicBezTo>
                <a:cubicBezTo>
                  <a:pt x="1184694" y="737559"/>
                  <a:pt x="592347" y="485236"/>
                  <a:pt x="0" y="232914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6 Rectángulo"/>
          <p:cNvSpPr/>
          <p:nvPr/>
        </p:nvSpPr>
        <p:spPr>
          <a:xfrm>
            <a:off x="971600" y="4581128"/>
            <a:ext cx="5256584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9" name="8 Conector recto"/>
          <p:cNvCxnSpPr/>
          <p:nvPr/>
        </p:nvCxnSpPr>
        <p:spPr>
          <a:xfrm>
            <a:off x="2627784" y="4581128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9 CuadroTexto"/>
          <p:cNvSpPr txBox="1"/>
          <p:nvPr/>
        </p:nvSpPr>
        <p:spPr>
          <a:xfrm>
            <a:off x="3347864" y="4653136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JSON</a:t>
            </a:r>
            <a:endParaRPr lang="es-ES" dirty="0"/>
          </a:p>
        </p:txBody>
      </p:sp>
      <p:sp>
        <p:nvSpPr>
          <p:cNvPr id="11" name="10 CuadroTexto"/>
          <p:cNvSpPr txBox="1"/>
          <p:nvPr/>
        </p:nvSpPr>
        <p:spPr>
          <a:xfrm>
            <a:off x="1115616" y="4653136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código estado</a:t>
            </a:r>
            <a:endParaRPr lang="es-E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47664" y="476672"/>
            <a:ext cx="61926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 smtClean="0"/>
              <a:t>Estructura proyecto </a:t>
            </a:r>
            <a:r>
              <a:rPr lang="es-ES" sz="2400" dirty="0" err="1" smtClean="0"/>
              <a:t>backend</a:t>
            </a:r>
            <a:endParaRPr lang="es-ES" sz="2400" dirty="0" smtClean="0"/>
          </a:p>
        </p:txBody>
      </p:sp>
      <p:sp>
        <p:nvSpPr>
          <p:cNvPr id="3" name="2 Tarjeta"/>
          <p:cNvSpPr/>
          <p:nvPr/>
        </p:nvSpPr>
        <p:spPr>
          <a:xfrm>
            <a:off x="1691680" y="1988840"/>
            <a:ext cx="1152128" cy="648072"/>
          </a:xfrm>
          <a:prstGeom prst="flowChartPunchedCar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3 CuadroTexto"/>
          <p:cNvSpPr txBox="1"/>
          <p:nvPr/>
        </p:nvSpPr>
        <p:spPr>
          <a:xfrm>
            <a:off x="1887452" y="2081100"/>
            <a:ext cx="864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 err="1" smtClean="0"/>
              <a:t>src</a:t>
            </a:r>
            <a:endParaRPr lang="es-ES" sz="2400" dirty="0"/>
          </a:p>
        </p:txBody>
      </p:sp>
      <p:sp>
        <p:nvSpPr>
          <p:cNvPr id="5" name="4 Tarjeta"/>
          <p:cNvSpPr/>
          <p:nvPr/>
        </p:nvSpPr>
        <p:spPr>
          <a:xfrm>
            <a:off x="2627784" y="2996952"/>
            <a:ext cx="2376264" cy="648072"/>
          </a:xfrm>
          <a:prstGeom prst="flowChartPunchedCar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5 CuadroTexto"/>
          <p:cNvSpPr txBox="1"/>
          <p:nvPr/>
        </p:nvSpPr>
        <p:spPr>
          <a:xfrm>
            <a:off x="2823556" y="3089212"/>
            <a:ext cx="1892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 err="1" smtClean="0"/>
              <a:t>controller</a:t>
            </a:r>
            <a:endParaRPr lang="es-ES" sz="2400" dirty="0"/>
          </a:p>
        </p:txBody>
      </p:sp>
      <p:sp>
        <p:nvSpPr>
          <p:cNvPr id="7" name="6 Tarjeta"/>
          <p:cNvSpPr/>
          <p:nvPr/>
        </p:nvSpPr>
        <p:spPr>
          <a:xfrm>
            <a:off x="2627784" y="3933056"/>
            <a:ext cx="2376264" cy="648072"/>
          </a:xfrm>
          <a:prstGeom prst="flowChartPunchedCar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7 CuadroTexto"/>
          <p:cNvSpPr txBox="1"/>
          <p:nvPr/>
        </p:nvSpPr>
        <p:spPr>
          <a:xfrm>
            <a:off x="2823556" y="4025316"/>
            <a:ext cx="1892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 err="1" smtClean="0"/>
              <a:t>service</a:t>
            </a:r>
            <a:endParaRPr lang="es-ES" sz="2400" dirty="0"/>
          </a:p>
        </p:txBody>
      </p:sp>
      <p:sp>
        <p:nvSpPr>
          <p:cNvPr id="9" name="8 Tarjeta"/>
          <p:cNvSpPr/>
          <p:nvPr/>
        </p:nvSpPr>
        <p:spPr>
          <a:xfrm>
            <a:off x="2627784" y="4797152"/>
            <a:ext cx="2376264" cy="648072"/>
          </a:xfrm>
          <a:prstGeom prst="flowChartPunchedCar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9 CuadroTexto"/>
          <p:cNvSpPr txBox="1"/>
          <p:nvPr/>
        </p:nvSpPr>
        <p:spPr>
          <a:xfrm>
            <a:off x="2823556" y="4889412"/>
            <a:ext cx="1892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 err="1" smtClean="0"/>
              <a:t>model</a:t>
            </a:r>
            <a:endParaRPr lang="es-ES" sz="2400" dirty="0"/>
          </a:p>
        </p:txBody>
      </p:sp>
      <p:cxnSp>
        <p:nvCxnSpPr>
          <p:cNvPr id="12" name="11 Conector recto"/>
          <p:cNvCxnSpPr>
            <a:stCxn id="3" idx="2"/>
          </p:cNvCxnSpPr>
          <p:nvPr/>
        </p:nvCxnSpPr>
        <p:spPr>
          <a:xfrm>
            <a:off x="2267744" y="2636912"/>
            <a:ext cx="0" cy="25202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13 Conector recto"/>
          <p:cNvCxnSpPr>
            <a:endCxn id="9" idx="1"/>
          </p:cNvCxnSpPr>
          <p:nvPr/>
        </p:nvCxnSpPr>
        <p:spPr>
          <a:xfrm flipV="1">
            <a:off x="2267744" y="5121188"/>
            <a:ext cx="360040" cy="360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15 Conector recto"/>
          <p:cNvCxnSpPr>
            <a:endCxn id="7" idx="1"/>
          </p:cNvCxnSpPr>
          <p:nvPr/>
        </p:nvCxnSpPr>
        <p:spPr>
          <a:xfrm>
            <a:off x="2267744" y="4221088"/>
            <a:ext cx="360040" cy="360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"/>
          <p:cNvCxnSpPr>
            <a:endCxn id="5" idx="1"/>
          </p:cNvCxnSpPr>
          <p:nvPr/>
        </p:nvCxnSpPr>
        <p:spPr>
          <a:xfrm flipV="1">
            <a:off x="2267744" y="3320988"/>
            <a:ext cx="360040" cy="360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18 CuadroTexto"/>
          <p:cNvSpPr txBox="1"/>
          <p:nvPr/>
        </p:nvSpPr>
        <p:spPr>
          <a:xfrm>
            <a:off x="5148064" y="4869160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Una clase por tabla</a:t>
            </a:r>
            <a:endParaRPr lang="es-ES" dirty="0"/>
          </a:p>
        </p:txBody>
      </p:sp>
      <p:sp>
        <p:nvSpPr>
          <p:cNvPr id="20" name="19 CuadroTexto"/>
          <p:cNvSpPr txBox="1"/>
          <p:nvPr/>
        </p:nvSpPr>
        <p:spPr>
          <a:xfrm>
            <a:off x="5148064" y="4005064"/>
            <a:ext cx="2520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Un </a:t>
            </a:r>
            <a:r>
              <a:rPr lang="es-ES" dirty="0" err="1" smtClean="0"/>
              <a:t>service</a:t>
            </a:r>
            <a:r>
              <a:rPr lang="es-ES" dirty="0" smtClean="0"/>
              <a:t> por cada clase </a:t>
            </a:r>
            <a:r>
              <a:rPr lang="es-ES" dirty="0" err="1" smtClean="0"/>
              <a:t>Model</a:t>
            </a:r>
            <a:endParaRPr lang="es-ES" dirty="0"/>
          </a:p>
        </p:txBody>
      </p:sp>
      <p:sp>
        <p:nvSpPr>
          <p:cNvPr id="21" name="20 CuadroTexto"/>
          <p:cNvSpPr txBox="1"/>
          <p:nvPr/>
        </p:nvSpPr>
        <p:spPr>
          <a:xfrm>
            <a:off x="5220072" y="3068960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Un </a:t>
            </a:r>
            <a:r>
              <a:rPr lang="es-ES" dirty="0" err="1" smtClean="0"/>
              <a:t>controller</a:t>
            </a:r>
            <a:r>
              <a:rPr lang="es-ES" dirty="0" smtClean="0"/>
              <a:t> por funcionalidad</a:t>
            </a:r>
            <a:endParaRPr lang="es-E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47664" y="476672"/>
            <a:ext cx="61926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 smtClean="0"/>
              <a:t>Estructura proyecto </a:t>
            </a:r>
            <a:r>
              <a:rPr lang="es-ES" sz="2400" dirty="0" err="1" smtClean="0"/>
              <a:t>front</a:t>
            </a:r>
            <a:endParaRPr lang="es-ES" sz="2400" dirty="0" smtClean="0"/>
          </a:p>
        </p:txBody>
      </p:sp>
      <p:sp>
        <p:nvSpPr>
          <p:cNvPr id="3" name="2 Tarjeta"/>
          <p:cNvSpPr/>
          <p:nvPr/>
        </p:nvSpPr>
        <p:spPr>
          <a:xfrm>
            <a:off x="1691680" y="1268760"/>
            <a:ext cx="1152128" cy="648072"/>
          </a:xfrm>
          <a:prstGeom prst="flowChartPunchedCar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3 CuadroTexto"/>
          <p:cNvSpPr txBox="1"/>
          <p:nvPr/>
        </p:nvSpPr>
        <p:spPr>
          <a:xfrm>
            <a:off x="1887452" y="1361020"/>
            <a:ext cx="864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 err="1" smtClean="0"/>
              <a:t>app</a:t>
            </a:r>
            <a:endParaRPr lang="es-ES" sz="2400" dirty="0"/>
          </a:p>
        </p:txBody>
      </p:sp>
      <p:sp>
        <p:nvSpPr>
          <p:cNvPr id="5" name="4 Tarjeta"/>
          <p:cNvSpPr/>
          <p:nvPr/>
        </p:nvSpPr>
        <p:spPr>
          <a:xfrm>
            <a:off x="2627784" y="2276872"/>
            <a:ext cx="2376264" cy="648072"/>
          </a:xfrm>
          <a:prstGeom prst="flowChartPunchedCar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5 CuadroTexto"/>
          <p:cNvSpPr txBox="1"/>
          <p:nvPr/>
        </p:nvSpPr>
        <p:spPr>
          <a:xfrm>
            <a:off x="2823556" y="2369132"/>
            <a:ext cx="1892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 smtClean="0"/>
              <a:t>componentes</a:t>
            </a:r>
            <a:endParaRPr lang="es-ES" sz="2400" dirty="0"/>
          </a:p>
        </p:txBody>
      </p:sp>
      <p:sp>
        <p:nvSpPr>
          <p:cNvPr id="7" name="6 Tarjeta"/>
          <p:cNvSpPr/>
          <p:nvPr/>
        </p:nvSpPr>
        <p:spPr>
          <a:xfrm>
            <a:off x="2627784" y="3933056"/>
            <a:ext cx="2376264" cy="648072"/>
          </a:xfrm>
          <a:prstGeom prst="flowChartPunchedCar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7 CuadroTexto"/>
          <p:cNvSpPr txBox="1"/>
          <p:nvPr/>
        </p:nvSpPr>
        <p:spPr>
          <a:xfrm>
            <a:off x="2823556" y="4025316"/>
            <a:ext cx="1892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 err="1" smtClean="0"/>
              <a:t>service</a:t>
            </a:r>
            <a:endParaRPr lang="es-ES" sz="2400" dirty="0"/>
          </a:p>
        </p:txBody>
      </p:sp>
      <p:sp>
        <p:nvSpPr>
          <p:cNvPr id="9" name="8 Tarjeta"/>
          <p:cNvSpPr/>
          <p:nvPr/>
        </p:nvSpPr>
        <p:spPr>
          <a:xfrm>
            <a:off x="2576028" y="5640996"/>
            <a:ext cx="2376264" cy="648072"/>
          </a:xfrm>
          <a:prstGeom prst="flowChartPunchedCar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9 CuadroTexto"/>
          <p:cNvSpPr txBox="1"/>
          <p:nvPr/>
        </p:nvSpPr>
        <p:spPr>
          <a:xfrm>
            <a:off x="2771800" y="5733256"/>
            <a:ext cx="1892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 err="1" smtClean="0"/>
              <a:t>model</a:t>
            </a:r>
            <a:endParaRPr lang="es-ES" sz="2400" dirty="0"/>
          </a:p>
        </p:txBody>
      </p:sp>
      <p:cxnSp>
        <p:nvCxnSpPr>
          <p:cNvPr id="12" name="11 Conector recto"/>
          <p:cNvCxnSpPr>
            <a:stCxn id="3" idx="2"/>
          </p:cNvCxnSpPr>
          <p:nvPr/>
        </p:nvCxnSpPr>
        <p:spPr>
          <a:xfrm>
            <a:off x="2267744" y="1916832"/>
            <a:ext cx="0" cy="25202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13 Conector recto"/>
          <p:cNvCxnSpPr>
            <a:endCxn id="9" idx="1"/>
          </p:cNvCxnSpPr>
          <p:nvPr/>
        </p:nvCxnSpPr>
        <p:spPr>
          <a:xfrm flipV="1">
            <a:off x="2215988" y="5965032"/>
            <a:ext cx="360040" cy="360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15 Conector recto"/>
          <p:cNvCxnSpPr>
            <a:endCxn id="7" idx="1"/>
          </p:cNvCxnSpPr>
          <p:nvPr/>
        </p:nvCxnSpPr>
        <p:spPr>
          <a:xfrm>
            <a:off x="2267744" y="4221088"/>
            <a:ext cx="360040" cy="360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"/>
          <p:cNvCxnSpPr>
            <a:endCxn id="5" idx="1"/>
          </p:cNvCxnSpPr>
          <p:nvPr/>
        </p:nvCxnSpPr>
        <p:spPr>
          <a:xfrm flipV="1">
            <a:off x="2267744" y="2600908"/>
            <a:ext cx="360040" cy="360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21 Tarjeta"/>
          <p:cNvSpPr/>
          <p:nvPr/>
        </p:nvSpPr>
        <p:spPr>
          <a:xfrm>
            <a:off x="4139952" y="3068960"/>
            <a:ext cx="1584176" cy="360040"/>
          </a:xfrm>
          <a:prstGeom prst="flowChartPunchedCar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22 CuadroTexto"/>
          <p:cNvSpPr txBox="1"/>
          <p:nvPr/>
        </p:nvSpPr>
        <p:spPr>
          <a:xfrm>
            <a:off x="4499992" y="3068960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clientes</a:t>
            </a:r>
            <a:endParaRPr lang="es-ES" dirty="0"/>
          </a:p>
        </p:txBody>
      </p:sp>
      <p:sp>
        <p:nvSpPr>
          <p:cNvPr id="27" name="26 Tarjeta"/>
          <p:cNvSpPr/>
          <p:nvPr/>
        </p:nvSpPr>
        <p:spPr>
          <a:xfrm>
            <a:off x="4139952" y="3501008"/>
            <a:ext cx="1584176" cy="360040"/>
          </a:xfrm>
          <a:prstGeom prst="flowChartPunchedCar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27 CuadroTexto"/>
          <p:cNvSpPr txBox="1"/>
          <p:nvPr/>
        </p:nvSpPr>
        <p:spPr>
          <a:xfrm>
            <a:off x="4427984" y="3501008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productos</a:t>
            </a:r>
            <a:endParaRPr lang="es-ES" dirty="0"/>
          </a:p>
        </p:txBody>
      </p:sp>
      <p:sp>
        <p:nvSpPr>
          <p:cNvPr id="29" name="28 Tarjeta"/>
          <p:cNvSpPr/>
          <p:nvPr/>
        </p:nvSpPr>
        <p:spPr>
          <a:xfrm>
            <a:off x="4211960" y="4653136"/>
            <a:ext cx="1584176" cy="360040"/>
          </a:xfrm>
          <a:prstGeom prst="flowChartPunchedCar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29 CuadroTexto"/>
          <p:cNvSpPr txBox="1"/>
          <p:nvPr/>
        </p:nvSpPr>
        <p:spPr>
          <a:xfrm>
            <a:off x="4572000" y="4653136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clientes</a:t>
            </a:r>
            <a:endParaRPr lang="es-ES" dirty="0"/>
          </a:p>
        </p:txBody>
      </p:sp>
      <p:sp>
        <p:nvSpPr>
          <p:cNvPr id="31" name="30 Tarjeta"/>
          <p:cNvSpPr/>
          <p:nvPr/>
        </p:nvSpPr>
        <p:spPr>
          <a:xfrm>
            <a:off x="4211960" y="5085184"/>
            <a:ext cx="1584176" cy="360040"/>
          </a:xfrm>
          <a:prstGeom prst="flowChartPunchedCar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2" name="31 CuadroTexto"/>
          <p:cNvSpPr txBox="1"/>
          <p:nvPr/>
        </p:nvSpPr>
        <p:spPr>
          <a:xfrm>
            <a:off x="4499992" y="5085184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productos</a:t>
            </a:r>
            <a:endParaRPr lang="es-E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icin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cin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66</Words>
  <Application>Microsoft Office PowerPoint</Application>
  <PresentationFormat>Presentación en pantalla (4:3)</PresentationFormat>
  <Paragraphs>33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6" baseType="lpstr">
      <vt:lpstr>Tema de Office</vt:lpstr>
      <vt:lpstr>Diapositiva 1</vt:lpstr>
      <vt:lpstr>Diapositiva 2</vt:lpstr>
      <vt:lpstr>Diapositiva 3</vt:lpstr>
      <vt:lpstr>Diapositiva 4</vt:lpstr>
      <vt:lpstr>Diapositiva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Antonio</dc:creator>
  <cp:lastModifiedBy>Antonio</cp:lastModifiedBy>
  <cp:revision>3</cp:revision>
  <dcterms:created xsi:type="dcterms:W3CDTF">2025-05-20T07:46:52Z</dcterms:created>
  <dcterms:modified xsi:type="dcterms:W3CDTF">2025-05-22T08:05:57Z</dcterms:modified>
</cp:coreProperties>
</file>